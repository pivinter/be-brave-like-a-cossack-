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 smtClean="0"/>
              <a:t>Клацніть, щоб редагувати стиль зразка підзаголовка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4852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841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889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914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930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793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952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3110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221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44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2075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61AEC-4F3D-41FD-A131-03DEAF4E9E34}" type="datetimeFigureOut">
              <a:rPr lang="uk-UA" smtClean="0"/>
              <a:t>29.10.2022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760DA-274A-4BD8-9645-63B2443D6CE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576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655" y="0"/>
            <a:ext cx="123305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9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5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891" y="0"/>
            <a:ext cx="12265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9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655" y="0"/>
            <a:ext cx="122566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0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75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8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566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5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91"/>
            <a:ext cx="12192000" cy="693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9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1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0</Words>
  <Application>Microsoft Office PowerPoint</Application>
  <PresentationFormat>Широкий екран</PresentationFormat>
  <Paragraphs>0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User</dc:creator>
  <cp:lastModifiedBy>User</cp:lastModifiedBy>
  <cp:revision>7</cp:revision>
  <dcterms:created xsi:type="dcterms:W3CDTF">2022-10-29T09:12:07Z</dcterms:created>
  <dcterms:modified xsi:type="dcterms:W3CDTF">2022-10-29T11:02:55Z</dcterms:modified>
</cp:coreProperties>
</file>